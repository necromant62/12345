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E3D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4A017"/>
                </a:solidFill>
                <a:latin typeface="Arial"/>
              </a:rPr>
              <a:t>ВИКТОРИНА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rial"/>
              </a:rPr>
              <a:t>Россия: традиции, история,
символы, личности и география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  <a:latin typeface="Arial"/>
              </a:rPr>
              <a:t>5 блоков  ·  30 вопросов  ·  Нажмите, чтобы начать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1E3A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rial"/>
              </a:rPr>
              <a:t>БЛОК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Традиции и обычаи
народов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Arial"/>
              </a:rPr>
              <a:t>6 вопросов  ·  Готовы? Вперёд!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1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Назовите традиционное блюдо татар — восточную сладость из теста и мёда.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1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Чак-чак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2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 называется полотенце из домотканого холста, которое считалось оберегом? Его использовали в свадебных обрядах, при крещении и других событиях.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2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Рушник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3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Какой напиток готовят чеченцы и ингуши из молока и соли?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3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Айран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4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В каком празднике существует традиция прыжка через костёр и плетения венков?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4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Иван Купала
(Купальская ночь)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5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 назывался старинный женский головной убор замужней женщины, напоминающий высокую корону вокруг головы?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5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Кокошник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Arial"/>
              </a:rPr>
              <a:t>Блок 1: Традиции и обычаи народов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6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1_q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 называется русский народный трёхструнный инструмент?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1  ·  Ответ 6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Балалайка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rial"/>
              </a:rPr>
              <a:t>БЛОК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История и
историческая память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Arial"/>
              </a:rPr>
              <a:t>6 вопросов  ·  Готовы? Вперёд!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1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В каком году произошло крещение Руси?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1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988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2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В каком городе произошло восстание декабристов?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2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Санкт-Петербург
(Сенатская площадь)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3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Кто был первым президентом Российской Федерации?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3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Борис Николаевич Ельцин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4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Какое знаменитое сражение произошло в 1812 году?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4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Бородинская битва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5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В каком году проходила Олимпиада в Москве?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5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1980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2: История и историческая память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6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2_q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Кто был первым в России царём?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2  ·  Ответ 6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Иван Грозный
(Иван IV)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rial"/>
              </a:rPr>
              <a:t>БЛОК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Символы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Arial"/>
              </a:rPr>
              <a:t>6 вопросов  ·  Готовы? Вперёд!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1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Какой символ воинской славы изображён на многих памятниках и наградах, включая Орден Победы?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1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Георгиевская лента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2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Кто ввёл порядок расположения цветов на Российском флаге?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2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Пётр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3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 начинается второй куплет гимна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3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«От южных морей до полярного края
раскинулись наши леса и поля…»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4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Когда мы отмечаем День Государственного флага?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4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22 августа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5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Когда отмечается День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5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12 июня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Arial"/>
              </a:rPr>
              <a:t>Блок 3: Символы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6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3_q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Какое старинное русское название флага?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3  ·  Ответ 6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Стяг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6B4A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rial"/>
              </a:rPr>
              <a:t>БЛОК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Выдающиеся
личности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Arial"/>
              </a:rPr>
              <a:t>6 вопросов  ·  Готовы? Вперёд!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1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Кто из русских полководцев прославился победами в Отечественной войне 1812 года и известен фразой: «С потерей Москвы не потеряна Россия»?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1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Михаил Илларионович Кутузов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2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Какой русский композитор написал «Лебединое озеро» и «Щелкунчик»?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2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Пётр Ильич Чайковский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3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Какой русский художник написал картину «Богатыри», воплотившую образы народных защитников?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3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Виктор Михайлович Васнецов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4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Назовите человека, который основал Москву.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4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Юрий Долгорукий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5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Какой князь крестил Русь в 988 году?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5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Князь Владимир
(Владимир Святославич)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6B4A"/>
                </a:solidFill>
                <a:latin typeface="Arial"/>
              </a:rPr>
              <a:t>Блок 4: Выдающиеся личности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6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4_q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Кто стала первой женщиной-космонавтом?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4  ·  Ответ 6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Валентина Терешкова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906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B8A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rial"/>
              </a:rPr>
              <a:t>БЛОК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География
регионов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EEEEE"/>
                </a:solidFill>
                <a:latin typeface="Arial"/>
              </a:rPr>
              <a:t>6 вопросов  ·  Готовы? Вперёд!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1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Какая река является самой длинной в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1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Лена
(более 4,4 тыс. км)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2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Какая горная система является границей между Европейской и Азиатской частями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2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Уральские горы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3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Сколько в России автономных округов?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3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4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Сколько часовых поясов в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4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5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Самая высокая точка России?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5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Эльбрус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6B8A"/>
                </a:solidFill>
                <a:latin typeface="Arial"/>
              </a:rPr>
              <a:t>Блок 5: География регионов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56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1A2E"/>
                </a:solidFill>
                <a:latin typeface="Arial"/>
              </a:rPr>
              <a:t>Вопрос 6 из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5_q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475488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64592" cy="502920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A017"/>
                </a:solidFill>
                <a:latin typeface="Arial"/>
              </a:rPr>
              <a:t>ВОПРОС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Россия имеет самое большое количество морей, омывающих её берега. Сколько?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Arial"/>
              </a:rPr>
              <a:t>Команда отвечает → клик для ответа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017"/>
                </a:solidFill>
                <a:latin typeface="Arial"/>
              </a:rPr>
              <a:t>Блок 5  ·  Ответ 6 из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8E6C4"/>
                </a:solidFill>
                <a:latin typeface="Arial"/>
              </a:rPr>
              <a:t>ПРАВИЛЬНЫЙ ОТВЕТ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145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E6C4"/>
                </a:solidFill>
                <a:latin typeface="Arial"/>
              </a:rPr>
              <a:t>Клик — следующий вопрос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D4A017"/>
                </a:solidFill>
                <a:latin typeface="Arial"/>
              </a:rPr>
              <a:t>Молодцы!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"/>
              </a:rPr>
              <a:t>Все 5 блоков пройдены.
Спасибо за игру!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